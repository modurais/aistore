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Shelf Product Detection and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5784"/>
                </a:solidFill>
              </a:defRPr>
            </a:pPr>
            <a:r>
              <a:t>Capstone Project Demo | Group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YOLO + CLIP for Product Detection, Classification, and Counting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Planogram-Aware Stock Estimation with Streamlit Demo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268"/>
                </a:solidFill>
              </a:defRPr>
            </a:pPr>
            <a:r>
              <a:t>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5784"/>
                </a:solidFill>
              </a:defRPr>
            </a:pPr>
            <a:r>
              <a:t>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Manual shelf audits are slow, repetitive, and error-prone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Stockouts happen because shelf visibility is not continuously tracked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Retail teams need a fast way to convert shelf images into actionable inventory data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Goal: Automate detection, counting, and reorder insights from shelf photos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Detect products on shelf images using YOLO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Classify each detected region with CLIP label prompts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Generate product-wise counts and export CSV/JSON reports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Support inventory updates and planogram-based quantity estimation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Provide operator-friendly web interface for real-time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5784"/>
                </a:solidFill>
              </a:defRPr>
            </a:pPr>
            <a:r>
              <a:t>End-to-end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1737360" cy="914400"/>
          </a:xfrm>
          <a:prstGeom prst="roundRect">
            <a:avLst/>
          </a:prstGeom>
          <a:solidFill>
            <a:srgbClr val="DFEDF8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Input Image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2331720"/>
            <a:ext cx="137160" cy="274320"/>
          </a:xfrm>
          <a:prstGeom prst="rightArrow">
            <a:avLst/>
          </a:prstGeom>
          <a:solidFill>
            <a:srgbClr val="00798C"/>
          </a:solidFill>
          <a:ln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79" y="2011680"/>
            <a:ext cx="1737360" cy="914400"/>
          </a:xfrm>
          <a:prstGeom prst="roundRect">
            <a:avLst/>
          </a:prstGeom>
          <a:solidFill>
            <a:srgbClr val="CBE4F3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YOLO Detection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2331720"/>
            <a:ext cx="137160" cy="274320"/>
          </a:xfrm>
          <a:prstGeom prst="rightArrow">
            <a:avLst/>
          </a:prstGeom>
          <a:solidFill>
            <a:srgbClr val="00798C"/>
          </a:solidFill>
          <a:ln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1737360" cy="914400"/>
          </a:xfrm>
          <a:prstGeom prst="roundRect">
            <a:avLst/>
          </a:prstGeom>
          <a:solidFill>
            <a:srgbClr val="DFEDF8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Crop Regions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331720"/>
            <a:ext cx="137160" cy="274320"/>
          </a:xfrm>
          <a:prstGeom prst="rightArrow">
            <a:avLst/>
          </a:prstGeom>
          <a:solidFill>
            <a:srgbClr val="00798C"/>
          </a:solidFill>
          <a:ln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1737360" cy="914400"/>
          </a:xfrm>
          <a:prstGeom prst="roundRect">
            <a:avLst/>
          </a:prstGeom>
          <a:solidFill>
            <a:srgbClr val="CBE4F3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CLIP Classification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55279" y="2331720"/>
            <a:ext cx="137160" cy="274320"/>
          </a:xfrm>
          <a:prstGeom prst="rightArrow">
            <a:avLst/>
          </a:prstGeom>
          <a:solidFill>
            <a:srgbClr val="00798C"/>
          </a:solidFill>
          <a:ln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2011680"/>
            <a:ext cx="1737360" cy="914400"/>
          </a:xfrm>
          <a:prstGeom prst="roundRect">
            <a:avLst/>
          </a:prstGeom>
          <a:solidFill>
            <a:srgbClr val="DFEDF8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Count Aggregation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9800" y="2331720"/>
            <a:ext cx="137160" cy="274320"/>
          </a:xfrm>
          <a:prstGeom prst="rightArrow">
            <a:avLst/>
          </a:prstGeom>
          <a:solidFill>
            <a:srgbClr val="00798C"/>
          </a:solidFill>
          <a:ln>
            <a:solidFill>
              <a:srgbClr val="00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2011680"/>
            <a:ext cx="1737360" cy="914400"/>
          </a:xfrm>
          <a:prstGeom prst="roundRect">
            <a:avLst/>
          </a:prstGeom>
          <a:solidFill>
            <a:srgbClr val="CBE4F3"/>
          </a:solidFill>
          <a:ln>
            <a:solidFill>
              <a:srgbClr val="245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068"/>
                </a:solidFill>
              </a:defRPr>
            </a:pPr>
            <a:r>
              <a:t>Planogram +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Auto profile selection chooses Beverage vs Shampoo labels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Outputs include annotated images, count summaries, and reorder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Language: Python 3.11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Detection: Ultralytics YOLO (best.pt)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Classification: OpenAI CLIP (clip-vit-base-patch32)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Web App: Streamlit (Detection Studio + Inventory Center)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Data and Reporting: Pandas, JSON, CSV, Pillow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1. Detect product bounding boxes with confidence and NMS thresholds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2. Crop each detection and run CLIP text-image similarity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3. Apply corrections and non-product filtering prompts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4. Aggregate counts by Category | Product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5. Optionally sync counts into inventory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Planogram-Based Quantity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Detected facings = d, Expected facings = e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Compliance ratio r = min(1, d / e)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Estimated units = round(r x full_stock_units)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Reorder qty = max(0, reorder_level - estimated_units)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Needs reorder if estimated_units &lt; reorder_level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Sample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5784"/>
                </a:solidFill>
              </a:defRPr>
            </a:pPr>
            <a:r>
              <a:t>Current run summary from project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840480"/>
                <a:gridCol w="201168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04068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D6E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04068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D6E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04068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D6E9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Soft 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Coca-Cola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Soft 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Fanta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Soft 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Sprite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Soft 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7UP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Visual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5784"/>
                </a:solidFill>
              </a:defRPr>
            </a:pPr>
            <a:r>
              <a:t>Input image and annotated detection result</a:t>
            </a:r>
          </a:p>
        </p:txBody>
      </p:sp>
      <p:pic>
        <p:nvPicPr>
          <p:cNvPr id="4" name="Picture 3" descr="cooldri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3035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0" y="58978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/>
            </a:pPr>
            <a:r>
              <a:t>Input</a:t>
            </a:r>
          </a:p>
        </p:txBody>
      </p:sp>
      <p:pic>
        <p:nvPicPr>
          <p:cNvPr id="6" name="Picture 5" descr="annotated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3035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5897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/>
            </a:pPr>
            <a:r>
              <a:t>Annotated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Live Demo Interface (Streamlit)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Detection Studio: upload/camera input, run inference, view counts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Inventory Center: manage stock, reorder levels, and low-stock alerts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Planogram Setup: expected facings, full-stock units, reorder thresholds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One-click actions: reconcile stock from detection or planogram estimate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Limitations and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Current accuracy depends on image quality and product occlusions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Similar packaging can still cause classification confusion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Future: video tracking, stronger brand-specific fine-tuning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Future: slot-level planogram constraints and trend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406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The project delivers an end-to-end retail shelf intelligence workflow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YOLO + CLIP enables automated detection, counting, and reporting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Planogram-aware estimation bridges computer vision with inventory decisions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Thank You -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